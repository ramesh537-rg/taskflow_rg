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fancy-peony-361933.netlify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365760"/>
            <a:ext cx="1554480" cy="1554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1371600"/>
            <a:ext cx="1097280" cy="109728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" y="5303520"/>
            <a:ext cx="1645920" cy="1645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5852160"/>
            <a:ext cx="914400" cy="91440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143000"/>
            <a:ext cx="10972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500" b="1">
                <a:solidFill>
                  <a:srgbClr val="6366F1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097280"/>
            <a:ext cx="8046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TaskFlow Pro</a:t>
            </a:r>
          </a:p>
          <a:p>
            <a:pPr>
              <a:defRPr sz="2500">
                <a:solidFill>
                  <a:srgbClr val="E0E7FF"/>
                </a:solidFill>
              </a:defRPr>
            </a:pPr>
            <a:r>
              <a:t>Smart Task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97180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HTML  •  CSS  •  JavaScript</a:t>
            </a:r>
          </a:p>
          <a:p>
            <a:pPr>
              <a:defRPr sz="1700">
                <a:solidFill>
                  <a:srgbClr val="E0E7FF"/>
                </a:solidFill>
              </a:defRPr>
            </a:pPr>
            <a:r>
              <a:t>Modern • Responsive • User Friendly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89920" y="-274320"/>
            <a:ext cx="1188720" cy="11887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-137160"/>
            <a:ext cx="1188720" cy="11887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0" y="0"/>
            <a:ext cx="1188720" cy="118872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411480" y="6080760"/>
            <a:ext cx="1234440" cy="12344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A colorful, responsive task management web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960120"/>
            <a:ext cx="11311128" cy="509320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1490472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417320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TaskFlow Pro helps users organize daily activities and stay productive.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203704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130552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Users can create, update, complete, search and remove tasks.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916936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843784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The dashboard provides a quick view of task status and progress.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630168"/>
            <a:ext cx="164592" cy="16459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557016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Browser storage keeps tasks available after page refresh.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89920" y="-274320"/>
            <a:ext cx="1188720" cy="11887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-137160"/>
            <a:ext cx="1188720" cy="11887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0" y="0"/>
            <a:ext cx="1188720" cy="11887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411480" y="6080760"/>
            <a:ext cx="1234440" cy="12344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Why do we need TaskFlow Pro?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98448"/>
            <a:ext cx="10972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1490472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417320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Daily tasks can become difficult to track when they are scattered across notes or messages.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203704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130552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Users need priorities, due dates, search and status filters in one place.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916936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843784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TaskFlow Pro provides a simple visual system for organizing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89920" y="-274320"/>
            <a:ext cx="1188720" cy="11887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-137160"/>
            <a:ext cx="1188720" cy="1188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0" y="0"/>
            <a:ext cx="1188720" cy="11887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411480" y="6080760"/>
            <a:ext cx="1234440" cy="1234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What the project aims to achieve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98448"/>
            <a:ext cx="10972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1490472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417320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Build an attractive and easy-to-use task management website.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203704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130552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Implement Add, Edit, Delete and Complete operations.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916936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843784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Provide All, Pending and Completed filters.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630168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557016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Track task priorities, due dates and completion progress.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343400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27024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Apply practical JavaScript concepts in a real project.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89920" y="-274320"/>
            <a:ext cx="1188720" cy="11887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-137160"/>
            <a:ext cx="1188720" cy="11887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0" y="0"/>
            <a:ext cx="1188720" cy="11887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411480" y="6080760"/>
            <a:ext cx="1234440" cy="12344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Technologies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Front-end technologies used to build the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98448"/>
            <a:ext cx="10972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1490472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417320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HTML5 — creates the page structure and user interface.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203704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130552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CSS3 — provides responsive design, cards, colors and dark mode.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916936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843784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JavaScript — controls all task operations and application logic.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630168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557016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DOM Manipulation — dynamically creates and updates task elements.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34340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27024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localStorage — saves tasks and theme preference in the browser.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89920" y="-274320"/>
            <a:ext cx="1188720" cy="11887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-137160"/>
            <a:ext cx="1188720" cy="1188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0" y="0"/>
            <a:ext cx="1188720" cy="11887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411480" y="6080760"/>
            <a:ext cx="1234440" cy="1234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How the Website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TaskFlow Pro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98448"/>
            <a:ext cx="10972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1490472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417320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1. Enter a task name.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203704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130552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2. Select priority and optional due date.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916936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843784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3. Click Add Task.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630168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557016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4. JavaScript creates a task object.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343400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27024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5. The task is stored in the array and localStorage.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056632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6. The task is displayed dynamically.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5769864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696712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7. Search, filters and dashboard update automatically.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89920" y="-274320"/>
            <a:ext cx="1188720" cy="11887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-137160"/>
            <a:ext cx="1188720" cy="11887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0" y="0"/>
            <a:ext cx="1188720" cy="11887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411480" y="6080760"/>
            <a:ext cx="1234440" cy="12344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Possible upgrades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98448"/>
            <a:ext cx="10972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1490472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417320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User login and registration.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203704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130552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Cloud database and multi-device synchronization.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916936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843784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Task reminders and browser notifications.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630168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557016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Drag-and-drop task ordering.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34340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270248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Calendar and recurring task support.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056632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Productivity charts and analytics.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5769864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696712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Node.js / Express backend and database.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89920" y="-274320"/>
            <a:ext cx="1188720" cy="11887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-137160"/>
            <a:ext cx="1188720" cy="1188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0" y="0"/>
            <a:ext cx="1188720" cy="11887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411480" y="6080760"/>
            <a:ext cx="1234440" cy="12344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Project outcome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98448"/>
            <a:ext cx="10972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1490472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417320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TaskFlow Pro provides a complete solution for managing everyday tasks.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203704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130552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It combines attractive design with practical JavaScript functionality.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2916936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843784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The project demonstrates CRUD, DOM manipulation, events, filtering and local storage.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630168"/>
            <a:ext cx="164592" cy="16459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557016"/>
            <a:ext cx="100584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E293B"/>
                </a:solidFill>
              </a:defRPr>
            </a:pPr>
            <a:r>
              <a:t>It is a strong beginner-to-intermediate portfolio project.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89920" y="-274320"/>
            <a:ext cx="1188720" cy="11887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-137160"/>
            <a:ext cx="1188720" cy="11887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0" y="0"/>
            <a:ext cx="1188720" cy="11887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411480" y="6080760"/>
            <a:ext cx="1234440" cy="12344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Feature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Quick visual summary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3291840" cy="10972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➕  Add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Create new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417320"/>
            <a:ext cx="3291840" cy="10972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55448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✏️  Edit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Update tasks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291840" cy="10972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59" y="155448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🗑️  Delete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Remove tasks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34640"/>
            <a:ext cx="3291840" cy="1097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97180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✅  Complete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Track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2834640"/>
            <a:ext cx="3291840" cy="10972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297180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🔎  Search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Find tasks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834640"/>
            <a:ext cx="3291840" cy="109728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59" y="297180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📌  Priority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Set importance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251960"/>
            <a:ext cx="3291840" cy="10972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38912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📅  Due Date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Plan deadlines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4251960"/>
            <a:ext cx="3291840" cy="10972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438912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🌙  Dark Mode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Change theme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4251960"/>
            <a:ext cx="3291840" cy="1097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59" y="4389120"/>
            <a:ext cx="2926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💾  Storage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Save locally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3678" y="3319272"/>
            <a:ext cx="5724644" cy="20005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E0E7FF"/>
                </a:solidFill>
              </a:defRPr>
            </a:pPr>
            <a:r>
              <a:rPr dirty="0" err="1"/>
              <a:t>TaskFlow</a:t>
            </a:r>
            <a:r>
              <a:rPr dirty="0"/>
              <a:t> Pro – Smart Task Management System</a:t>
            </a:r>
          </a:p>
          <a:p>
            <a:pPr algn="ctr">
              <a:defRPr sz="1700">
                <a:solidFill>
                  <a:srgbClr val="C4B5FD"/>
                </a:solidFill>
              </a:defRPr>
            </a:pPr>
            <a:r>
              <a:rPr dirty="0"/>
              <a:t>HTML • CSS • JavaScript</a:t>
            </a:r>
            <a:endParaRPr lang="en-US" dirty="0"/>
          </a:p>
          <a:p>
            <a:pPr algn="ctr">
              <a:defRPr sz="1700">
                <a:solidFill>
                  <a:srgbClr val="C4B5FD"/>
                </a:solidFill>
              </a:defRPr>
            </a:pPr>
            <a:endParaRPr lang="en-IN" dirty="0"/>
          </a:p>
          <a:p>
            <a:pPr algn="ctr">
              <a:defRPr sz="1700">
                <a:solidFill>
                  <a:srgbClr val="C4B5FD"/>
                </a:solidFill>
              </a:defRPr>
            </a:pPr>
            <a:endParaRPr lang="en-IN" dirty="0"/>
          </a:p>
          <a:p>
            <a:pPr algn="ctr">
              <a:defRPr sz="1700">
                <a:solidFill>
                  <a:srgbClr val="C4B5FD"/>
                </a:solidFill>
              </a:defRPr>
            </a:pPr>
            <a:endParaRPr lang="en-IN" dirty="0"/>
          </a:p>
          <a:p>
            <a:pPr algn="ctr">
              <a:defRPr sz="1700">
                <a:solidFill>
                  <a:srgbClr val="C4B5FD"/>
                </a:solidFill>
              </a:defRPr>
            </a:pPr>
            <a:endParaRPr lang="en-IN" dirty="0"/>
          </a:p>
          <a:p>
            <a:pPr algn="ctr">
              <a:defRPr sz="1700">
                <a:solidFill>
                  <a:srgbClr val="C4B5FD"/>
                </a:solidFill>
              </a:defRPr>
            </a:pPr>
            <a:r>
              <a:rPr lang="en-IN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https://fancy-peony-361933.netlify.app/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474</Words>
  <Application>Microsoft Office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Aarohan</cp:lastModifiedBy>
  <cp:revision>3</cp:revision>
  <dcterms:created xsi:type="dcterms:W3CDTF">2013-01-27T09:14:16Z</dcterms:created>
  <dcterms:modified xsi:type="dcterms:W3CDTF">2026-10-05T08:52:56Z</dcterms:modified>
  <cp:category/>
</cp:coreProperties>
</file>